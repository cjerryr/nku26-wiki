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3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4.xml"/><Relationship Id="rId2" Type="http://schemas.openxmlformats.org/officeDocument/2006/relationships/image" Target="../media/image12.svg"/><Relationship Id="rId19" Type="http://schemas.openxmlformats.org/officeDocument/2006/relationships/image" Target="../media/image22.svg"/><Relationship Id="rId18" Type="http://schemas.openxmlformats.org/officeDocument/2006/relationships/image" Target="../media/image21.png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image" Target="../media/image7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8145" y="2087245"/>
            <a:ext cx="1714500" cy="39662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4745" y="3354070"/>
            <a:ext cx="313690" cy="12661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3305" y="273685"/>
            <a:ext cx="1369060" cy="1813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7805" y="2296795"/>
            <a:ext cx="2075180" cy="27438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785" y="2098675"/>
            <a:ext cx="1866900" cy="12763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182245"/>
            <a:ext cx="2981325" cy="1905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8275" y="501015"/>
            <a:ext cx="96266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ascr#3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2995930" y="831215"/>
            <a:ext cx="119062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ascr#18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283210" y="348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这两个是</a:t>
            </a:r>
            <a:r>
              <a:rPr lang="zh-CN" altLang="en-US"/>
              <a:t>相应的受体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7292 0.218519 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985" y="1073785"/>
            <a:ext cx="6590030" cy="54413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6380" y="4020820"/>
            <a:ext cx="701040" cy="1012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9435" y="1533525"/>
            <a:ext cx="648970" cy="8407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2680" y="2205990"/>
            <a:ext cx="438150" cy="206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0130" y="1870075"/>
            <a:ext cx="599440" cy="8299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600000">
            <a:off x="3228975" y="996315"/>
            <a:ext cx="746125" cy="17259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8780000">
            <a:off x="3028950" y="1158875"/>
            <a:ext cx="902970" cy="1193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8660000">
            <a:off x="1525905" y="240030"/>
            <a:ext cx="684530" cy="9067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8360000">
            <a:off x="3354705" y="1304925"/>
            <a:ext cx="150495" cy="6070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224020" y="682625"/>
            <a:ext cx="989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Gpa1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476875" y="669290"/>
            <a:ext cx="845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Ste20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784975" y="212471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MAPK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38015" y="4180840"/>
            <a:ext cx="494665" cy="207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sTF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17" name="直接箭头连接符 16"/>
          <p:cNvCxnSpPr>
            <a:stCxn id="13" idx="2"/>
          </p:cNvCxnSpPr>
          <p:nvPr/>
        </p:nvCxnSpPr>
        <p:spPr>
          <a:xfrm>
            <a:off x="4718685" y="1050925"/>
            <a:ext cx="71755" cy="90487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4" idx="2"/>
            <a:endCxn id="7" idx="0"/>
          </p:cNvCxnSpPr>
          <p:nvPr/>
        </p:nvCxnSpPr>
        <p:spPr>
          <a:xfrm flipH="1">
            <a:off x="5151755" y="1037590"/>
            <a:ext cx="748030" cy="116840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7900" y="1795145"/>
            <a:ext cx="438150" cy="206375"/>
          </a:xfrm>
          <a:prstGeom prst="rect">
            <a:avLst/>
          </a:prstGeom>
        </p:spPr>
      </p:pic>
      <p:cxnSp>
        <p:nvCxnSpPr>
          <p:cNvPr id="20" name="直接箭头连接符 19"/>
          <p:cNvCxnSpPr>
            <a:endCxn id="19" idx="1"/>
          </p:cNvCxnSpPr>
          <p:nvPr/>
        </p:nvCxnSpPr>
        <p:spPr>
          <a:xfrm flipV="1">
            <a:off x="5407025" y="1898650"/>
            <a:ext cx="650875" cy="40640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00065" y="3971290"/>
            <a:ext cx="365760" cy="24003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30290" y="2613660"/>
            <a:ext cx="365760" cy="240030"/>
          </a:xfrm>
          <a:prstGeom prst="rect">
            <a:avLst/>
          </a:prstGeom>
        </p:spPr>
      </p:pic>
      <p:cxnSp>
        <p:nvCxnSpPr>
          <p:cNvPr id="24" name="直接箭头连接符 23"/>
          <p:cNvCxnSpPr>
            <a:stCxn id="23" idx="2"/>
            <a:endCxn id="22" idx="0"/>
          </p:cNvCxnSpPr>
          <p:nvPr/>
        </p:nvCxnSpPr>
        <p:spPr>
          <a:xfrm flipH="1">
            <a:off x="5782945" y="2853690"/>
            <a:ext cx="530225" cy="111760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500" y="4020820"/>
            <a:ext cx="701040" cy="1012825"/>
          </a:xfrm>
          <a:prstGeom prst="rect">
            <a:avLst/>
          </a:prstGeom>
        </p:spPr>
      </p:pic>
      <p:cxnSp>
        <p:nvCxnSpPr>
          <p:cNvPr id="26" name="直接箭头连接符 25"/>
          <p:cNvCxnSpPr>
            <a:stCxn id="16" idx="3"/>
            <a:endCxn id="4" idx="1"/>
          </p:cNvCxnSpPr>
          <p:nvPr/>
        </p:nvCxnSpPr>
        <p:spPr>
          <a:xfrm>
            <a:off x="4932680" y="4284345"/>
            <a:ext cx="393700" cy="24320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28865" y="3971290"/>
            <a:ext cx="365760" cy="2400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8780000">
            <a:off x="3028315" y="1158875"/>
            <a:ext cx="902970" cy="1193800"/>
          </a:xfrm>
          <a:prstGeom prst="rect">
            <a:avLst/>
          </a:prstGeom>
        </p:spPr>
      </p:pic>
      <p:cxnSp>
        <p:nvCxnSpPr>
          <p:cNvPr id="28" name="直接箭头连接符 27"/>
          <p:cNvCxnSpPr>
            <a:stCxn id="2" idx="2"/>
            <a:endCxn id="11" idx="0"/>
          </p:cNvCxnSpPr>
          <p:nvPr/>
        </p:nvCxnSpPr>
        <p:spPr>
          <a:xfrm>
            <a:off x="2210435" y="990600"/>
            <a:ext cx="730250" cy="31369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4" idx="3"/>
            <a:endCxn id="25" idx="1"/>
          </p:cNvCxnSpPr>
          <p:nvPr/>
        </p:nvCxnSpPr>
        <p:spPr>
          <a:xfrm>
            <a:off x="6027420" y="4527550"/>
            <a:ext cx="1148080" cy="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899785" y="2700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p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355" y="1708150"/>
            <a:ext cx="5915660" cy="34423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3360" y="2114550"/>
            <a:ext cx="3962400" cy="217170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 flipV="1">
            <a:off x="5754370" y="3540125"/>
            <a:ext cx="2504440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1511300"/>
            <a:ext cx="7950835" cy="4240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05" y="151130"/>
            <a:ext cx="2543175" cy="197167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2374900" y="1550670"/>
            <a:ext cx="1494155" cy="47498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WPS 演示</Application>
  <PresentationFormat>宽屏</PresentationFormat>
  <Paragraphs>16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王昶</cp:lastModifiedBy>
  <cp:revision>158</cp:revision>
  <dcterms:created xsi:type="dcterms:W3CDTF">2019-06-19T02:08:00Z</dcterms:created>
  <dcterms:modified xsi:type="dcterms:W3CDTF">2026-10-17T14:56:24Z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5487B733BB8B4C64AAC1E8BF7969BD1E_11</vt:lpwstr>
  </property>
</Properties>
</file>